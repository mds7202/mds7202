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405247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1739869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209589108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061896803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826850172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52375934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73485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063084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652302794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117246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525839303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77652417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49806581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62452655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8944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464046917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764869074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386584122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43539997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988679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126365355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352111656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27203677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7337382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94790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335562808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822252981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674200366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513570213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14643225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883152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096472159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87881156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471300360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6041001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501918102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1867686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94693692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997317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930594627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66626455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62017141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243997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64553022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478698395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58913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36066037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64264705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350225390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865454954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827766859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585989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527812324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372222920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852324858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14421158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505703098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46731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603430195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546813473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7611802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9453581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447957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372083963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711823961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969383277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807983132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809717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169928950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800105083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38965860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9586992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1303162" name=""/>
          <p:cNvPicPr/>
          <p:nvPr/>
        </p:nvPicPr>
        <p:blipFill rotWithShape="1">
          <a:blip r:embed="rId3"/>
          <a:stretch/>
        </p:blipFill>
        <p:spPr bwMode="auto">
          <a:xfrm rot="0" flipH="0" flipV="0">
            <a:off x="774424" y="37356"/>
            <a:ext cx="2160000" cy="2880000"/>
          </a:xfrm>
          <a:prstGeom prst="rect">
            <a:avLst/>
          </a:prstGeom>
        </p:spPr>
      </p:pic>
      <p:pic>
        <p:nvPicPr>
          <p:cNvPr id="1524687938" name=""/>
          <p:cNvPicPr/>
          <p:nvPr/>
        </p:nvPicPr>
        <p:blipFill rotWithShape="1">
          <a:blip r:embed="rId4"/>
          <a:stretch/>
        </p:blipFill>
        <p:spPr bwMode="auto">
          <a:xfrm rot="0" flipH="0" flipV="0">
            <a:off x="4902347" y="37356"/>
            <a:ext cx="2160000" cy="2880000"/>
          </a:xfrm>
          <a:prstGeom prst="rect">
            <a:avLst/>
          </a:prstGeom>
        </p:spPr>
      </p:pic>
      <p:pic>
        <p:nvPicPr>
          <p:cNvPr id="2014060093" name=""/>
          <p:cNvPicPr/>
          <p:nvPr/>
        </p:nvPicPr>
        <p:blipFill rotWithShape="1">
          <a:blip r:embed="rId5"/>
          <a:stretch/>
        </p:blipFill>
        <p:spPr bwMode="auto">
          <a:xfrm rot="0" flipH="0" flipV="0">
            <a:off x="2838385" y="37356"/>
            <a:ext cx="2160000" cy="2880000"/>
          </a:xfrm>
          <a:prstGeom prst="rect">
            <a:avLst/>
          </a:prstGeom>
        </p:spPr>
      </p:pic>
      <p:pic>
        <p:nvPicPr>
          <p:cNvPr id="2024174232" name=""/>
          <p:cNvPicPr/>
          <p:nvPr/>
        </p:nvPicPr>
        <p:blipFill rotWithShape="1">
          <a:blip r:embed="rId6"/>
          <a:stretch/>
        </p:blipFill>
        <p:spPr bwMode="auto">
          <a:xfrm rot="0" flipH="0" flipV="0">
            <a:off x="3916496" y="3465546"/>
            <a:ext cx="2160000" cy="2880000"/>
          </a:xfrm>
          <a:prstGeom prst="rect">
            <a:avLst/>
          </a:prstGeom>
        </p:spPr>
      </p:pic>
      <p:pic>
        <p:nvPicPr>
          <p:cNvPr id="1038439546" name=""/>
          <p:cNvPicPr/>
          <p:nvPr/>
        </p:nvPicPr>
        <p:blipFill rotWithShape="1">
          <a:blip r:embed="rId7"/>
          <a:stretch/>
        </p:blipFill>
        <p:spPr bwMode="auto">
          <a:xfrm rot="0" flipH="0" flipV="0">
            <a:off x="6966308" y="37356"/>
            <a:ext cx="2160000" cy="2880000"/>
          </a:xfrm>
          <a:prstGeom prst="rect">
            <a:avLst/>
          </a:prstGeom>
        </p:spPr>
      </p:pic>
      <p:pic>
        <p:nvPicPr>
          <p:cNvPr id="121421481" name=""/>
          <p:cNvPicPr/>
          <p:nvPr/>
        </p:nvPicPr>
        <p:blipFill rotWithShape="1">
          <a:blip r:embed="rId8"/>
          <a:stretch/>
        </p:blipFill>
        <p:spPr bwMode="auto">
          <a:xfrm rot="0" flipH="0" flipV="0">
            <a:off x="9030270" y="37356"/>
            <a:ext cx="2160000" cy="2880000"/>
          </a:xfrm>
          <a:prstGeom prst="rect">
            <a:avLst/>
          </a:prstGeom>
        </p:spPr>
      </p:pic>
      <p:pic>
        <p:nvPicPr>
          <p:cNvPr id="1531379427" name=""/>
          <p:cNvPicPr/>
          <p:nvPr/>
        </p:nvPicPr>
        <p:blipFill rotWithShape="1">
          <a:blip r:embed="rId9"/>
          <a:stretch/>
        </p:blipFill>
        <p:spPr bwMode="auto">
          <a:xfrm rot="0" flipH="0" flipV="0">
            <a:off x="8067009" y="3465546"/>
            <a:ext cx="2160000" cy="2880000"/>
          </a:xfrm>
          <a:prstGeom prst="rect">
            <a:avLst/>
          </a:prstGeom>
        </p:spPr>
      </p:pic>
      <p:sp>
        <p:nvSpPr>
          <p:cNvPr id="1593984526" name=""/>
          <p:cNvSpPr txBox="1"/>
          <p:nvPr/>
        </p:nvSpPr>
        <p:spPr bwMode="auto">
          <a:xfrm rot="0" flipH="0" flipV="0">
            <a:off x="1373090" y="2879820"/>
            <a:ext cx="97130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Original</a:t>
            </a:r>
            <a:endParaRPr/>
          </a:p>
        </p:txBody>
      </p:sp>
      <p:sp>
        <p:nvSpPr>
          <p:cNvPr id="1356233277" name=""/>
          <p:cNvSpPr txBox="1"/>
          <p:nvPr/>
        </p:nvSpPr>
        <p:spPr bwMode="auto">
          <a:xfrm rot="0" flipH="0" flipV="0">
            <a:off x="3018335" y="2879820"/>
            <a:ext cx="186081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Escala de grises</a:t>
            </a:r>
            <a:endParaRPr/>
          </a:p>
        </p:txBody>
      </p:sp>
      <p:sp>
        <p:nvSpPr>
          <p:cNvPr id="49755039" name=""/>
          <p:cNvSpPr txBox="1"/>
          <p:nvPr/>
        </p:nvSpPr>
        <p:spPr bwMode="auto">
          <a:xfrm rot="0" flipH="0" flipV="0">
            <a:off x="5553084" y="2879820"/>
            <a:ext cx="108583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Negativa</a:t>
            </a:r>
            <a:endParaRPr/>
          </a:p>
        </p:txBody>
      </p:sp>
      <p:sp>
        <p:nvSpPr>
          <p:cNvPr id="428710856" name=""/>
          <p:cNvSpPr txBox="1"/>
          <p:nvPr/>
        </p:nvSpPr>
        <p:spPr bwMode="auto">
          <a:xfrm rot="0" flipH="0" flipV="0">
            <a:off x="7312853" y="2879820"/>
            <a:ext cx="164460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Flip Horizontal</a:t>
            </a:r>
            <a:endParaRPr/>
          </a:p>
        </p:txBody>
      </p:sp>
      <p:sp>
        <p:nvSpPr>
          <p:cNvPr id="1004049883" name=""/>
          <p:cNvSpPr txBox="1"/>
          <p:nvPr/>
        </p:nvSpPr>
        <p:spPr bwMode="auto">
          <a:xfrm rot="0" flipH="0" flipV="0">
            <a:off x="9631393" y="2879820"/>
            <a:ext cx="137771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Flip Vertical</a:t>
            </a:r>
            <a:endParaRPr/>
          </a:p>
        </p:txBody>
      </p:sp>
      <p:sp>
        <p:nvSpPr>
          <p:cNvPr id="1948674291" name=""/>
          <p:cNvSpPr txBox="1"/>
          <p:nvPr/>
        </p:nvSpPr>
        <p:spPr bwMode="auto">
          <a:xfrm rot="0" flipH="0" flipV="0">
            <a:off x="480750" y="6345546"/>
            <a:ext cx="99686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Canal B</a:t>
            </a:r>
            <a:endParaRPr/>
          </a:p>
        </p:txBody>
      </p:sp>
      <p:sp>
        <p:nvSpPr>
          <p:cNvPr id="1663861196" name=""/>
          <p:cNvSpPr txBox="1"/>
          <p:nvPr/>
        </p:nvSpPr>
        <p:spPr bwMode="auto">
          <a:xfrm rot="0" flipH="0" flipV="0">
            <a:off x="2582032" y="6345546"/>
            <a:ext cx="100948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Canal R</a:t>
            </a:r>
            <a:endParaRPr/>
          </a:p>
        </p:txBody>
      </p:sp>
      <p:sp>
        <p:nvSpPr>
          <p:cNvPr id="1010596527" name=""/>
          <p:cNvSpPr txBox="1"/>
          <p:nvPr/>
        </p:nvSpPr>
        <p:spPr bwMode="auto">
          <a:xfrm rot="0" flipH="0" flipV="0">
            <a:off x="4498062" y="6345546"/>
            <a:ext cx="99686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Canal V</a:t>
            </a:r>
            <a:endParaRPr/>
          </a:p>
        </p:txBody>
      </p:sp>
      <p:sp>
        <p:nvSpPr>
          <p:cNvPr id="2130951611" name=""/>
          <p:cNvSpPr txBox="1"/>
          <p:nvPr/>
        </p:nvSpPr>
        <p:spPr bwMode="auto">
          <a:xfrm rot="0" flipH="0" flipV="0">
            <a:off x="6405810" y="6345546"/>
            <a:ext cx="161959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Contraste 100</a:t>
            </a:r>
            <a:endParaRPr/>
          </a:p>
        </p:txBody>
      </p:sp>
      <p:sp>
        <p:nvSpPr>
          <p:cNvPr id="1710909178" name=""/>
          <p:cNvSpPr txBox="1"/>
          <p:nvPr/>
        </p:nvSpPr>
        <p:spPr bwMode="auto">
          <a:xfrm rot="0" flipH="0" flipV="0">
            <a:off x="8554295" y="6345546"/>
            <a:ext cx="176570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Saturación C=2 </a:t>
            </a:r>
            <a:endParaRPr/>
          </a:p>
        </p:txBody>
      </p:sp>
      <p:sp>
        <p:nvSpPr>
          <p:cNvPr id="1093897628" name=""/>
          <p:cNvSpPr txBox="1"/>
          <p:nvPr/>
        </p:nvSpPr>
        <p:spPr bwMode="auto">
          <a:xfrm rot="0" flipH="0" flipV="0">
            <a:off x="10768073" y="6345546"/>
            <a:ext cx="84439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Kernel</a:t>
            </a:r>
            <a:endParaRPr/>
          </a:p>
        </p:txBody>
      </p:sp>
      <p:pic>
        <p:nvPicPr>
          <p:cNvPr id="404741766" name=""/>
          <p:cNvPicPr/>
          <p:nvPr/>
        </p:nvPicPr>
        <p:blipFill rotWithShape="1">
          <a:blip r:embed="rId10"/>
          <a:stretch/>
        </p:blipFill>
        <p:spPr bwMode="auto">
          <a:xfrm rot="0" flipH="0" flipV="0">
            <a:off x="1907840" y="3465546"/>
            <a:ext cx="2160000" cy="2880000"/>
          </a:xfrm>
          <a:prstGeom prst="rect">
            <a:avLst/>
          </a:prstGeom>
        </p:spPr>
      </p:pic>
      <p:pic>
        <p:nvPicPr>
          <p:cNvPr id="2024174232" name=""/>
          <p:cNvPicPr/>
          <p:nvPr/>
        </p:nvPicPr>
        <p:blipFill rotWithShape="1">
          <a:blip r:embed="rId6"/>
          <a:stretch/>
        </p:blipFill>
        <p:spPr bwMode="auto">
          <a:xfrm rot="0" flipH="0" flipV="0">
            <a:off x="3916496" y="3465546"/>
            <a:ext cx="2160000" cy="2880000"/>
          </a:xfrm>
          <a:prstGeom prst="rect">
            <a:avLst/>
          </a:prstGeom>
        </p:spPr>
      </p:pic>
      <p:pic>
        <p:nvPicPr>
          <p:cNvPr id="1380602346" name=""/>
          <p:cNvPicPr/>
          <p:nvPr/>
        </p:nvPicPr>
        <p:blipFill rotWithShape="1">
          <a:blip r:embed="rId11"/>
          <a:stretch/>
        </p:blipFill>
        <p:spPr bwMode="auto">
          <a:xfrm rot="0" flipH="0" flipV="0">
            <a:off x="-100815" y="3465546"/>
            <a:ext cx="2160000" cy="2880000"/>
          </a:xfrm>
          <a:prstGeom prst="rect">
            <a:avLst/>
          </a:prstGeom>
        </p:spPr>
      </p:pic>
      <p:pic>
        <p:nvPicPr>
          <p:cNvPr id="1356002134" name=""/>
          <p:cNvPicPr/>
          <p:nvPr/>
        </p:nvPicPr>
        <p:blipFill rotWithShape="1">
          <a:blip r:embed="rId12"/>
          <a:stretch/>
        </p:blipFill>
        <p:spPr bwMode="auto">
          <a:xfrm rot="0" flipH="0" flipV="0">
            <a:off x="10075665" y="3465546"/>
            <a:ext cx="2160000" cy="2880000"/>
          </a:xfrm>
          <a:prstGeom prst="rect">
            <a:avLst/>
          </a:prstGeom>
        </p:spPr>
      </p:pic>
      <p:pic>
        <p:nvPicPr>
          <p:cNvPr id="1531379427" name=""/>
          <p:cNvPicPr/>
          <p:nvPr/>
        </p:nvPicPr>
        <p:blipFill rotWithShape="1">
          <a:blip r:embed="rId9"/>
          <a:stretch/>
        </p:blipFill>
        <p:spPr bwMode="auto">
          <a:xfrm rot="0" flipH="0" flipV="0">
            <a:off x="8067009" y="3465546"/>
            <a:ext cx="2160000" cy="2880000"/>
          </a:xfrm>
          <a:prstGeom prst="rect">
            <a:avLst/>
          </a:prstGeom>
        </p:spPr>
      </p:pic>
      <p:pic>
        <p:nvPicPr>
          <p:cNvPr id="1054799248" name="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 rot="0" flipH="0" flipV="0">
            <a:off x="5925152" y="3465546"/>
            <a:ext cx="2293200" cy="28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2026-03-16T22:25:15Z</dcterms:modified>
</cp:coreProperties>
</file>